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40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5486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A5FA"/>
                </a:solidFill>
              </a:rPr>
              <a:t>EDITORIAL INTELLIGENCE BRIEF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</a:rPr>
              <a:t>163 Seats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</a:rPr>
              <a:t>Changed Hands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3504" y="29443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How AtliQ Media can explain Tamil Nadu 2026 through scale, geography, and competitiveness.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0515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417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A5FA"/>
                </a:solidFill>
              </a:rPr>
              <a:t>THE CLIENT QUESTION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If AtliQ had one hour to explain the result without noise, debate, or speculation — what should the show focus on?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9244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Answer: do not start with a party name. Start with what changed.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Prepared by Chaturparsad Baijnath  |  Codebasics Resume Project Challenge #21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ONE-SENTENCE THESIS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Most analysis starts with who won. This brief starts with what changed.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One headline, three signals, one editorial recommendation.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1051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SIGNAL 1: SCALE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58952" y="2011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</a:rPr>
              <a:t>163 / 234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952" y="24505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constituencies changed winning party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315968" y="1664208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81051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SIGNAL 2: GEOGRAPHY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480560" y="2011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</a:rPr>
              <a:t>30 / 32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24505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Chennai Metro seats changed hands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037576" y="1664208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81051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SIGNAL 3: COMPETITIVENESS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202168" y="2011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02168" y="24505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seats won by under 5 percentage points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" y="3337560"/>
            <a:ext cx="10927080" cy="14630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611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Recommended editorial structure for AtliQ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9776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</a:rPr>
              <a:t>Scale → Geography → Competitiveness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12280" y="37815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This gives a clean, neutral, viewer-friendly show that explains the result without guessing voter motives or predicting future outcomes.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SIGNATURE FRAMEWORK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The AtliQ 3-Signal Editorial Framework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A compact lens for deciding what deserves airtime.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10512"/>
            <a:ext cx="533400" cy="57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17647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SCALE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How much changed?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9476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163 constituencies changed winning party.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2783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3182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GEOGRAPHY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3441700"/>
            <a:ext cx="3200400" cy="270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Where did change concentrate?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3649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Chennai Metro and Kongu show the sharpest regional shifts.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45152"/>
            <a:ext cx="60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45994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COMPETITIVENESS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4846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How close were the wins?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47823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103 seats were decided by under 5 percentage points.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SIGNAL 1 / SCALE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Nearly seven in ten constituencies changed winning party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This is the opening number AtliQ should use before moving into regions or margins.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71016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9384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93976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8568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52344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6936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81528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10712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75304" y="160020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6424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71016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35608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0200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64792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9384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93976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58568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87752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52344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16936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81528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10712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75304" y="176479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832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6424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71016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35608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00200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64792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9384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93976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58568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23160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87752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52344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16936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81528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46120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10712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75304" y="192938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1832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6424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71016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35608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0200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64792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9384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93976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58568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23160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587752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52344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16936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81528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46120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10712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75304" y="209397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1832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06424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271016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435608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00200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64792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29384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93976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258568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423160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87752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52344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916936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81528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46120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10712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575304" y="225856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41832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06424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71016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435608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600200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64792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29384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093976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258568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23160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87752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752344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916936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81528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46120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410712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575304" y="2423160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77240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41832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106424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271016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435608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600200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764792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929384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093976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258568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23160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587752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752344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916936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081528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246120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410712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575304" y="2587752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77240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41832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06424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271016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435608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00200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764792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929384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093976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258568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423160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587752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752344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916936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081528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246120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410712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575304" y="2752344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77240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41832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106424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271016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435608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600200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764792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929384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093976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258568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423160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587752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52344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916936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081528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246120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410712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575304" y="2916936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77240" y="3081528"/>
            <a:ext cx="132588" cy="1325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41832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06424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271016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435608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600200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764792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929384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093976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258568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23160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587752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752344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916936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081528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246120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410712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575304" y="3081528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77240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41832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06424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271016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435608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600200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764792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929384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093976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258568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423160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587752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752344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916936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081528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246120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410712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575304" y="3246120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77240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1832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06424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271016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435608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600200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764792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929384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2093976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258568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423160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587752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2752344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916936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081528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246120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410712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575304" y="3410712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77240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41832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06424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271016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435608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600200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764792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929384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093976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2258568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2423160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587752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752344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916936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3081528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3246120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3410712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575304" y="3575304"/>
            <a:ext cx="132588" cy="1325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457200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60A5FA"/>
                </a:solidFill>
              </a:rPr>
              <a:t>163</a:t>
            </a:r>
            <a:endParaRPr lang="en-US" sz="4600" dirty="0"/>
          </a:p>
        </p:txBody>
      </p:sp>
      <p:sp>
        <p:nvSpPr>
          <p:cNvPr id="242" name="Text 240"/>
          <p:cNvSpPr/>
          <p:nvPr/>
        </p:nvSpPr>
        <p:spPr>
          <a:xfrm>
            <a:off x="461772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changed winning party</a:t>
            </a:r>
            <a:endParaRPr lang="en-US" sz="1700" dirty="0"/>
          </a:p>
        </p:txBody>
      </p:sp>
      <p:sp>
        <p:nvSpPr>
          <p:cNvPr id="243" name="Text 241"/>
          <p:cNvSpPr/>
          <p:nvPr/>
        </p:nvSpPr>
        <p:spPr>
          <a:xfrm>
            <a:off x="4617720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71 retained the same winning party</a:t>
            </a:r>
            <a:endParaRPr lang="en-US" sz="1150" dirty="0"/>
          </a:p>
        </p:txBody>
      </p:sp>
      <p:sp>
        <p:nvSpPr>
          <p:cNvPr id="244" name="Shape 242"/>
          <p:cNvSpPr/>
          <p:nvPr/>
        </p:nvSpPr>
        <p:spPr>
          <a:xfrm>
            <a:off x="8001000" y="1627632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827532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Why this matters</a:t>
            </a:r>
            <a:endParaRPr lang="en-US" sz="1100" dirty="0"/>
          </a:p>
        </p:txBody>
      </p:sp>
      <p:sp>
        <p:nvSpPr>
          <p:cNvPr id="246" name="Text 244"/>
          <p:cNvSpPr/>
          <p:nvPr/>
        </p:nvSpPr>
        <p:spPr>
          <a:xfrm>
            <a:off x="8275320" y="224028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This reframes the show from a party-by-party recap into a results-map story. It gives viewers a simple first anchor: the map changed widely.</a:t>
            </a:r>
            <a:endParaRPr lang="en-US" sz="1100" dirty="0"/>
          </a:p>
        </p:txBody>
      </p:sp>
      <p:sp>
        <p:nvSpPr>
          <p:cNvPr id="247" name="Text 245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248" name="Text 246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SIGNAL 1 DEEPENING / FLIP FLOWS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The largest winner transitions flowed toward TVK, but the map shifted in multiple directions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Use “winner transitions,” not “voter shifts.”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DMK → TVK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1636776"/>
            <a:ext cx="6217920" cy="2377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72600" y="1600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65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258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AIADMK → TVK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2295144"/>
            <a:ext cx="2487168" cy="2377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2600" y="22585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16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DMK → AIADMK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71800" y="2953512"/>
            <a:ext cx="2104527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9169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5753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AIADMK → DMK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3611880"/>
            <a:ext cx="1434905" cy="2377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35753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INC → TVK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71800" y="4270248"/>
            <a:ext cx="1052263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42336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1C1917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53400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ED7AA"/>
                </a:solidFill>
              </a:rPr>
              <a:t>Neutrality discipline: this slide describes seat-winner transitions only. It does not claim which voters moved or why any party gained or lost.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SIGNAL 2 / GEOGRAPHY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The winner map changed most sharply in Chennai Metro and Kongu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Regional story selection should be based on where change is clearest for viewers.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F8FAFC"/>
                </a:solidFill>
              </a:rPr>
              <a:t>Chennai Metro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926080" y="1636776"/>
            <a:ext cx="6400800" cy="155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636776"/>
            <a:ext cx="6003950" cy="1554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0" y="15910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8FAFC"/>
                </a:solidFill>
              </a:rPr>
              <a:t>93.8%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68680" y="21579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F8FAFC"/>
                </a:solidFill>
              </a:rPr>
              <a:t>Kongu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2926080" y="2203704"/>
            <a:ext cx="6400800" cy="155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203704"/>
            <a:ext cx="5235854" cy="1554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0" y="21579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8FAFC"/>
                </a:solidFill>
              </a:rPr>
              <a:t>81.8%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868680" y="27249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F8FAFC"/>
                </a:solidFill>
              </a:rPr>
              <a:t>North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2926080" y="2770632"/>
            <a:ext cx="6400800" cy="155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770632"/>
            <a:ext cx="4672584" cy="1554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0" y="27249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8FAFC"/>
                </a:solidFill>
              </a:rPr>
              <a:t>73.0%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68680" y="32918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F8FAFC"/>
                </a:solidFill>
              </a:rPr>
              <a:t>South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2926080" y="3337560"/>
            <a:ext cx="6400800" cy="155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3337560"/>
            <a:ext cx="4192524" cy="1554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32918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8FAFC"/>
                </a:solidFill>
              </a:rPr>
              <a:t>65.5%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68680" y="38587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F8FAFC"/>
                </a:solidFill>
              </a:rPr>
              <a:t>Central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2926080" y="3904488"/>
            <a:ext cx="6400800" cy="155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3904488"/>
            <a:ext cx="4058107" cy="1554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0" y="38587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8FAFC"/>
                </a:solidFill>
              </a:rPr>
              <a:t>63.4%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868680" y="44256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F8FAFC"/>
                </a:solidFill>
              </a:rPr>
              <a:t>Delta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2926080" y="4471416"/>
            <a:ext cx="6400800" cy="155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4471416"/>
            <a:ext cx="2912364" cy="1554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64040" y="44256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8FAFC"/>
                </a:solidFill>
              </a:rPr>
              <a:t>45.5%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9509760" y="160020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1874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Priority region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84080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Chennai Metro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784080" y="2651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30 of 32 seats changed winning party. It is the clearest regional story for a general audience.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SIGNAL 2 SPOTLIGHT / CHENNAI METRO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Chennai Metro gives AtliQ the clearest regional example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A simple before-and-after map story without speculation.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572768"/>
            <a:ext cx="4937760" cy="3063240"/>
          </a:xfrm>
          <a:prstGeom prst="roundRect">
            <a:avLst>
              <a:gd name="adj" fmla="val 2388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572768"/>
            <a:ext cx="4937760" cy="3063240"/>
          </a:xfrm>
          <a:prstGeom prst="roundRect">
            <a:avLst>
              <a:gd name="adj" fmla="val 2388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2021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</a:rPr>
              <a:t>DMK: 29 seats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</a:rPr>
              <a:t>INC: 3 seats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2084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41503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</a:rPr>
              <a:t>TVK: 29 seats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</a:rPr>
              <a:t>DMK: 2 seats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</a:rPr>
              <a:t>AIADMK: 1 seat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20927" y="52903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Callout for anchor: “The Chennai Metro winner map was almost completely redrawn.”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SIGNAL 3 / COMPETITIVENESS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The 2026 result produced narrower and less dominant wins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The texture of the result matters: many wins were close.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Average margin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1691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1728216"/>
            <a:ext cx="2909669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22,871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1691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503920" y="1728216"/>
            <a:ext cx="1601456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35640" y="1691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16,784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6517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Median margin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2651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2021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0" y="2688336"/>
            <a:ext cx="2433862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651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19,131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09560" y="2651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03920" y="2688336"/>
            <a:ext cx="1089265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35640" y="2651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11,416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611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Seats won by &lt;5 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3611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2021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0" y="3648456"/>
            <a:ext cx="8524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3611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67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9560" y="3611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2026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503920" y="3648456"/>
            <a:ext cx="982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35640" y="36118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</a:rPr>
              <a:t>103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" y="4919472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47672" y="51612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Closest race: Tiruppattur was decided by 1 vote. Use this as a factual human-interest moment, not as political drama.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EDITORIAL RECOMMENDATION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Broadcast Priority Matrix: what deserves airtime?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The deck answers the client question, not just the data question.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2926080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18488"/>
            <a:ext cx="2779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Story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49040" y="1508760"/>
            <a:ext cx="1828800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1618488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Audience clarity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15000" y="1508760"/>
            <a:ext cx="3200400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8152" y="1618488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Data strength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0" y="1508760"/>
            <a:ext cx="2011680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61848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Airtime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92808"/>
            <a:ext cx="2926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029968"/>
            <a:ext cx="2779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8FAFC"/>
                </a:solidFill>
              </a:rPr>
              <a:t>Scale of change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3749040" y="1892808"/>
            <a:ext cx="18288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2029968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High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715000" y="1892808"/>
            <a:ext cx="32004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88152" y="2029968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High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144000" y="1892808"/>
            <a:ext cx="2011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202996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15 min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85800" y="2331720"/>
            <a:ext cx="2926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468880"/>
            <a:ext cx="2779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8FAFC"/>
                </a:solidFill>
              </a:rPr>
              <a:t>Regional redraw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3749040" y="2331720"/>
            <a:ext cx="18288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2468880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High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715000" y="2331720"/>
            <a:ext cx="32004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88152" y="2468880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High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144000" y="2331720"/>
            <a:ext cx="2011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246888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20 min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685800" y="2770632"/>
            <a:ext cx="2926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07792"/>
            <a:ext cx="2779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8FAFC"/>
                </a:solidFill>
              </a:rPr>
              <a:t>Close contests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3749040" y="2770632"/>
            <a:ext cx="18288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2907792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High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5715000" y="2770632"/>
            <a:ext cx="32004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8152" y="2907792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High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9144000" y="2770632"/>
            <a:ext cx="2011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17152" y="2907792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20 min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85800" y="3209544"/>
            <a:ext cx="2926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3346704"/>
            <a:ext cx="2779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8FAFC"/>
                </a:solidFill>
              </a:rPr>
              <a:t>Turnout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3749040" y="3209544"/>
            <a:ext cx="18288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22192" y="3346704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Medium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5715000" y="3209544"/>
            <a:ext cx="32004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88152" y="3346704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Requires validation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9144000" y="3209544"/>
            <a:ext cx="2011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17152" y="334670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Optional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685800" y="3648456"/>
            <a:ext cx="2926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952" y="3785616"/>
            <a:ext cx="2779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8FAFC"/>
                </a:solidFill>
              </a:rPr>
              <a:t>Causal explanations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3749040" y="3648456"/>
            <a:ext cx="18288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22192" y="3785616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Low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5715000" y="3648456"/>
            <a:ext cx="32004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88152" y="3785616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Not supported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9144000" y="3648456"/>
            <a:ext cx="2011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3785616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</a:rPr>
              <a:t>Exclude</a:t>
            </a:r>
            <a:endParaRPr lang="en-US" sz="870" dirty="0"/>
          </a:p>
        </p:txBody>
      </p:sp>
      <p:sp>
        <p:nvSpPr>
          <p:cNvPr id="55" name="Text 53"/>
          <p:cNvSpPr/>
          <p:nvPr/>
        </p:nvSpPr>
        <p:spPr>
          <a:xfrm>
            <a:off x="822960" y="5074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Final AtliQ show structure: 0–15 min scale | 15–35 min geography | 35–55 min competitiveness | 55–60 min limitations.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>
            <a:solidFill>
              <a:srgbClr val="0507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0A5FA"/>
                </a:solidFill>
              </a:rPr>
              <a:t>METHOD &amp; LIMITATIONS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What this analysis can say — and what it cannot say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2064" y="1170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This protects accuracy and neutrality.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349240" cy="393192"/>
          </a:xfrm>
          <a:prstGeom prst="rect">
            <a:avLst/>
          </a:prstGeom>
          <a:solidFill>
            <a:srgbClr val="60A5F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27632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Can say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508760"/>
            <a:ext cx="5349240" cy="393192"/>
          </a:xfrm>
          <a:prstGeom prst="rect">
            <a:avLst/>
          </a:prstGeom>
          <a:solidFill>
            <a:srgbClr val="60A5F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27632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Cannot say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01952"/>
            <a:ext cx="5349240" cy="39319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20824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Which party won each constituency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901952"/>
            <a:ext cx="5349240" cy="39319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020824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Why voters made those choices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295144"/>
            <a:ext cx="5349240" cy="39319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414016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Which winning parties changed between 2021 and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295144"/>
            <a:ext cx="5349240" cy="39319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414016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That individual voters moved from one party to another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688336"/>
            <a:ext cx="5349240" cy="39319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807208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How regional winner maps changed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2688336"/>
            <a:ext cx="5349240" cy="39319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807208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Causal explanations for gains or losses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081528"/>
            <a:ext cx="5349240" cy="39319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200400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How victory margins changed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081528"/>
            <a:ext cx="5349240" cy="39319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200400"/>
            <a:ext cx="5166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Predictions about future elections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082796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1C1917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42514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ED7AA"/>
                </a:solidFill>
              </a:rPr>
              <a:t>Source note: 2026 starter-pack data was prepared from the ECI live results portal. Before broadcast use, figures should be checked against final AC-level Form 20 data where available.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33295" y="464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Supporting deliverables: Excel workbook for calculations, DOCX case study for methodology, dashboard for interactive review.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Codebasics RPC #21  |  Tamil Nadu 2026  |  Editorial Intelligence Brief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902</Words>
  <Application>Microsoft Office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AtliQ Media - editorial intelligence 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163 Seats Changed Hands</dc:title>
  <dc:subject>Codebasics RPC #21 Tamil Nadu 2026 Election Analysis</dc:subject>
  <dc:creator>Chaturparsad Baijnath</dc:creator>
  <cp:lastModifiedBy>Sara</cp:lastModifiedBy>
  <cp:revision>2</cp:revision>
  <dcterms:created xsi:type="dcterms:W3CDTF">2026-06-06T17:07:08Z</dcterms:created>
  <dcterms:modified xsi:type="dcterms:W3CDTF">2026-06-06T17:33:02Z</dcterms:modified>
</cp:coreProperties>
</file>